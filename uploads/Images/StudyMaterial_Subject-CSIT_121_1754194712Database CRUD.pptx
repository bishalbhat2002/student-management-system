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50B7C-F249-6B32-5243-86E6984A11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5CBA32-6FA2-F8F9-2BF1-FBD8E3F016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21B910-6761-B471-CF2A-091242311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A68C2-1D89-4AEF-89CE-D89CB0C752A7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69B316-FD78-DB01-6667-C700BC8A9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472B12-7E4E-9402-1D4E-5FB25F2EF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F87E0-9A35-4295-961E-2EACF475B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032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12FFF-E3D2-8311-B32F-6AA80A0A7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6C6AF-DC59-F860-46D3-0B7483A1E4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FD5DC3-010D-1B5A-ACAE-5592A15A0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A68C2-1D89-4AEF-89CE-D89CB0C752A7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4EEABD-8487-ED58-5BED-5DED68F5C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27E65-1E7B-998C-CFC5-DD12463A9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F87E0-9A35-4295-961E-2EACF475B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441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CF749-7E8A-79D1-9944-1A6F08C33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175480-1277-CAAD-35BB-9CBC25D13C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AC8B9-96E6-F520-0AE1-2B338215A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A68C2-1D89-4AEF-89CE-D89CB0C752A7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1D12C6-E7D0-0287-6CDD-9CDAE0B05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A6B0EB-1B97-6C06-FF25-46BC73F0E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F87E0-9A35-4295-961E-2EACF475B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525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1A0D5-333B-9254-D72A-DFD3BFBF7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AA30A-E701-CF07-E83E-7640CFDEE7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AF185F-EAAD-591B-9C68-4E0D55DF29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065731-E09F-3AB9-3783-090B4240A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A68C2-1D89-4AEF-89CE-D89CB0C752A7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969716-AA43-8D00-ED9E-C348DA7BC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113164-2D92-9EC4-ADCF-0BB55CF64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F87E0-9A35-4295-961E-2EACF475B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294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BC727-7262-7EC3-E2DB-CA76DDBAE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9BCDC5-B705-C6AB-42CD-95EDEC7538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0415C8-4BB2-E978-E691-83AB6F2CFB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A0A833-89C9-CB33-9346-C852BEF2CF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483627-1A15-05BA-D7AA-6D9C6037D0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36134E-4A6C-7133-89FB-6925C4E18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A68C2-1D89-4AEF-89CE-D89CB0C752A7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086E9F-FC55-AD45-F724-D3EA22F2F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0D6C3D-48F2-D85B-C1A2-A9EB1A409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F87E0-9A35-4295-961E-2EACF475B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047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596C9-0D3E-6DB4-541F-3304787A2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1E326A-40A8-8C23-A88B-75CDE9630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A68C2-1D89-4AEF-89CE-D89CB0C752A7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72D51A-8D97-624A-B8B8-741BADB0E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DE9C47-0872-A28B-A743-14448B826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F87E0-9A35-4295-961E-2EACF475B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482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F14B27-01F8-F0D7-6412-D727F0060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A68C2-1D89-4AEF-89CE-D89CB0C752A7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6C552A-B589-A366-CCB9-B9296BFD2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F59742-4E91-4D0B-122A-841B332EE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F87E0-9A35-4295-961E-2EACF475B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757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08CDA-EAC3-9AE1-AD04-AE47BA4EB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1329E4-4E08-2415-540D-2AB5365F2D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43533E-F3C8-7214-E4E2-0FF34CC420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9E567B-5EFB-3A2F-7727-16C7A25D4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A68C2-1D89-4AEF-89CE-D89CB0C752A7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4BCC1A-83C4-A7B4-1BC7-95DD72F38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8B84F5-0B94-48A4-02DA-B04839E46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F87E0-9A35-4295-961E-2EACF475B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55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A483C-6978-AB5F-56B1-5CC05855E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B98883-47D4-D175-E09C-40F63DF2CE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4A2007-9D49-7AFC-9641-A4D14A3FAE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0DD2F8-AAED-7E07-2A3A-869C8AD90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A68C2-1D89-4AEF-89CE-D89CB0C752A7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878939-E244-2744-3D1E-3B5CE9DF4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4FC3D6-2E5C-BBBA-8419-8089DD1CC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F87E0-9A35-4295-961E-2EACF475B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543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1F235-C559-C3CA-81CA-B66FDE332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D9FDFF-81FA-B048-11C8-C4725CEC51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9AFC7E-3B64-6BD7-808D-2D8CC2735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A68C2-1D89-4AEF-89CE-D89CB0C752A7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9B8BF1-6BD7-8E7C-7988-38730BE19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09F09-36CF-A15B-AF6B-D3568BADF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F87E0-9A35-4295-961E-2EACF475B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372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6E9F3A-92EA-2EDD-58B3-19835362ED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1E090C-C4DD-6321-88E3-CB55DF2027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5AFBB3-F3DA-8380-FE99-619920CAF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A68C2-1D89-4AEF-89CE-D89CB0C752A7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93AC88-AC13-A533-1594-F799CA776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4EB4A9-C91D-1F35-71DE-1DAC54956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F87E0-9A35-4295-961E-2EACF475B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600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1CEE99-D5BF-001A-9909-4595ACC49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7462DF-6B6D-C4DC-5620-F9AE35F3D6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4D98B7-66C3-3E01-5C51-96B56E7223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0A68C2-1D89-4AEF-89CE-D89CB0C752A7}" type="datetimeFigureOut">
              <a:rPr lang="en-US" smtClean="0"/>
              <a:t>4/7/2025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7EBCF9-6768-7F7F-131F-4CF24FE3CE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832012-7D7F-068E-D466-0F8F2E8B24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F87E0-9A35-4295-961E-2EACF475B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094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826D6-A3F7-F56B-7296-CCF0F02F0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17631"/>
            <a:ext cx="9144000" cy="1044554"/>
          </a:xfrm>
        </p:spPr>
        <p:txBody>
          <a:bodyPr/>
          <a:lstStyle/>
          <a:p>
            <a:r>
              <a:rPr lang="en-US" dirty="0"/>
              <a:t>Database CRUD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B5B5FD-281B-8A39-4409-FE397FD29D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59840" y="1895158"/>
            <a:ext cx="10048240" cy="4245211"/>
          </a:xfrm>
        </p:spPr>
        <p:txBody>
          <a:bodyPr>
            <a:normAutofit/>
          </a:bodyPr>
          <a:lstStyle/>
          <a:p>
            <a:r>
              <a:rPr lang="en-US" dirty="0"/>
              <a:t>For Database CRUD operations, we create following Files…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 err="1"/>
              <a:t>db_connect.php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Connection, Db creation, &amp; table creation code.</a:t>
            </a: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 err="1"/>
              <a:t>insert_data.php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HTML form code to collect data.</a:t>
            </a: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 err="1"/>
              <a:t>insert_process.php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PHP code + MySQL </a:t>
            </a:r>
            <a:r>
              <a:rPr lang="en-US" b="1" dirty="0">
                <a:sym typeface="Wingdings" panose="05000000000000000000" pitchFamily="2" charset="2"/>
              </a:rPr>
              <a:t>INSERT </a:t>
            </a:r>
            <a:r>
              <a:rPr lang="en-US" dirty="0">
                <a:sym typeface="Wingdings" panose="05000000000000000000" pitchFamily="2" charset="2"/>
              </a:rPr>
              <a:t>query.</a:t>
            </a: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 err="1"/>
              <a:t>fetch_data.php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PHP code + MYSQL </a:t>
            </a:r>
            <a:r>
              <a:rPr lang="en-US" b="1" dirty="0">
                <a:sym typeface="Wingdings" panose="05000000000000000000" pitchFamily="2" charset="2"/>
              </a:rPr>
              <a:t>SELECT query</a:t>
            </a:r>
            <a:r>
              <a:rPr lang="en-US" dirty="0">
                <a:sym typeface="Wingdings" panose="05000000000000000000" pitchFamily="2" charset="2"/>
              </a:rPr>
              <a:t> + HTML code.</a:t>
            </a: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 err="1"/>
              <a:t>update_data.php</a:t>
            </a:r>
            <a:r>
              <a:rPr lang="en-US" dirty="0"/>
              <a:t>	</a:t>
            </a:r>
            <a:r>
              <a:rPr lang="en-US" dirty="0">
                <a:sym typeface="Wingdings" panose="05000000000000000000" pitchFamily="2" charset="2"/>
              </a:rPr>
              <a:t> PHP code + MYSQL  </a:t>
            </a:r>
            <a:r>
              <a:rPr lang="en-US" b="1" dirty="0">
                <a:sym typeface="Wingdings" panose="05000000000000000000" pitchFamily="2" charset="2"/>
              </a:rPr>
              <a:t>SELECT </a:t>
            </a:r>
            <a:r>
              <a:rPr lang="en-US" dirty="0">
                <a:sym typeface="Wingdings" panose="05000000000000000000" pitchFamily="2" charset="2"/>
              </a:rPr>
              <a:t>query + HTML code.</a:t>
            </a: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 err="1"/>
              <a:t>update_process.php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PHP code + MYSQL</a:t>
            </a:r>
            <a:r>
              <a:rPr lang="en-US" b="1" dirty="0">
                <a:sym typeface="Wingdings" panose="05000000000000000000" pitchFamily="2" charset="2"/>
              </a:rPr>
              <a:t> UPDATE</a:t>
            </a:r>
            <a:r>
              <a:rPr lang="en-US" dirty="0">
                <a:sym typeface="Wingdings" panose="05000000000000000000" pitchFamily="2" charset="2"/>
              </a:rPr>
              <a:t> query. </a:t>
            </a:r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 err="1"/>
              <a:t>delete_data.php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PHP code + MYSQL</a:t>
            </a:r>
            <a:r>
              <a:rPr lang="en-US" b="1" dirty="0">
                <a:sym typeface="Wingdings" panose="05000000000000000000" pitchFamily="2" charset="2"/>
              </a:rPr>
              <a:t> DELETE query.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6802041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3E81B-1982-71D9-72CF-33E29E4EC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5140" y="375920"/>
            <a:ext cx="9575800" cy="1091248"/>
          </a:xfrm>
        </p:spPr>
        <p:txBody>
          <a:bodyPr>
            <a:normAutofit/>
          </a:bodyPr>
          <a:lstStyle/>
          <a:p>
            <a:r>
              <a:rPr lang="en-US" dirty="0" err="1"/>
              <a:t>db_connect.php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11295-4A98-B728-21E4-75273A447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7168"/>
            <a:ext cx="10515600" cy="4872672"/>
          </a:xfrm>
        </p:spPr>
        <p:txBody>
          <a:bodyPr>
            <a:normAutofit/>
          </a:bodyPr>
          <a:lstStyle/>
          <a:p>
            <a:r>
              <a:rPr lang="en-US" dirty="0"/>
              <a:t>At first we need to create ‘</a:t>
            </a:r>
            <a:r>
              <a:rPr lang="en-US" dirty="0" err="1"/>
              <a:t>db_connect</a:t>
            </a:r>
            <a:r>
              <a:rPr lang="en-US" dirty="0"/>
              <a:t>’ file to create connection with our database.</a:t>
            </a:r>
          </a:p>
          <a:p>
            <a:r>
              <a:rPr lang="en-US" dirty="0"/>
              <a:t>Here, we first connect with MySQL using the syntax:</a:t>
            </a:r>
          </a:p>
          <a:p>
            <a:pPr marL="457200" lvl="1" indent="0">
              <a:buNone/>
            </a:pPr>
            <a:r>
              <a:rPr lang="en-US" dirty="0"/>
              <a:t>	$conn = new </a:t>
            </a:r>
            <a:r>
              <a:rPr lang="en-US" dirty="0" err="1"/>
              <a:t>mysqli</a:t>
            </a:r>
            <a:r>
              <a:rPr lang="en-US" dirty="0"/>
              <a:t> ($</a:t>
            </a:r>
            <a:r>
              <a:rPr lang="en-US" dirty="0" err="1"/>
              <a:t>servername</a:t>
            </a:r>
            <a:r>
              <a:rPr lang="en-US" dirty="0"/>
              <a:t>, $username, $password);</a:t>
            </a:r>
          </a:p>
          <a:p>
            <a:r>
              <a:rPr lang="en-US" dirty="0"/>
              <a:t>Then, CREATE database if not already exists…</a:t>
            </a:r>
          </a:p>
          <a:p>
            <a:r>
              <a:rPr lang="en-US" dirty="0"/>
              <a:t>Then, select that database using $conn-&gt; </a:t>
            </a:r>
            <a:r>
              <a:rPr lang="en-US" dirty="0" err="1"/>
              <a:t>select_db</a:t>
            </a:r>
            <a:r>
              <a:rPr lang="en-US" dirty="0"/>
              <a:t>($</a:t>
            </a:r>
            <a:r>
              <a:rPr lang="en-US" dirty="0" err="1"/>
              <a:t>dbname</a:t>
            </a:r>
            <a:r>
              <a:rPr lang="en-US" dirty="0"/>
              <a:t>);</a:t>
            </a:r>
          </a:p>
          <a:p>
            <a:r>
              <a:rPr lang="en-US" dirty="0"/>
              <a:t>Then, Create all our necessary tables…</a:t>
            </a:r>
          </a:p>
          <a:p>
            <a:r>
              <a:rPr lang="en-US" dirty="0"/>
              <a:t>We create database and tables by running queries.</a:t>
            </a:r>
          </a:p>
          <a:p>
            <a:r>
              <a:rPr lang="en-US" dirty="0"/>
              <a:t>To run any SQL query, we use $conn -&gt; query($</a:t>
            </a:r>
            <a:r>
              <a:rPr lang="en-US" dirty="0" err="1"/>
              <a:t>sql</a:t>
            </a:r>
            <a:r>
              <a:rPr lang="en-US" dirty="0"/>
              <a:t>);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1541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5E4BB-C4A2-2D91-1CBB-F8AEA2083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7016"/>
            <a:ext cx="10515600" cy="1325563"/>
          </a:xfrm>
        </p:spPr>
        <p:txBody>
          <a:bodyPr/>
          <a:lstStyle/>
          <a:p>
            <a:pPr algn="ctr"/>
            <a:r>
              <a:rPr lang="en-US" dirty="0" err="1"/>
              <a:t>insert_data.php</a:t>
            </a:r>
            <a:r>
              <a:rPr lang="en-US" dirty="0"/>
              <a:t>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7B2E3-A868-D13F-F57A-CCF4B96B2A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07022"/>
            <a:ext cx="10515600" cy="2513619"/>
          </a:xfrm>
        </p:spPr>
        <p:txBody>
          <a:bodyPr/>
          <a:lstStyle/>
          <a:p>
            <a:r>
              <a:rPr lang="en-US" dirty="0"/>
              <a:t>This is the second file, we create. We create this file to collect data from user. This file contains HTML FORM to collect user data and sends collected data to “</a:t>
            </a:r>
            <a:r>
              <a:rPr lang="en-US" dirty="0" err="1"/>
              <a:t>insert_Process.php</a:t>
            </a:r>
            <a:r>
              <a:rPr lang="en-US" dirty="0"/>
              <a:t>” file. </a:t>
            </a:r>
          </a:p>
          <a:p>
            <a:endParaRPr lang="en-US" dirty="0"/>
          </a:p>
          <a:p>
            <a:r>
              <a:rPr lang="en-US" dirty="0"/>
              <a:t>We use different form tags to create form fields…</a:t>
            </a:r>
          </a:p>
        </p:txBody>
      </p:sp>
    </p:spTree>
    <p:extLst>
      <p:ext uri="{BB962C8B-B14F-4D97-AF65-F5344CB8AC3E}">
        <p14:creationId xmlns:p14="http://schemas.microsoft.com/office/powerpoint/2010/main" val="1934025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09288-1C42-6783-5073-3BCBB3FCD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Insert_process.php</a:t>
            </a:r>
            <a:r>
              <a:rPr lang="en-US" dirty="0"/>
              <a:t>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77984-FBB6-C8B0-F018-987CB6F059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file contains receives data from “</a:t>
            </a:r>
            <a:r>
              <a:rPr lang="en-US" dirty="0" err="1"/>
              <a:t>insert.php</a:t>
            </a:r>
            <a:r>
              <a:rPr lang="en-US" dirty="0"/>
              <a:t>” file. This file processes or stores data in the database. For this, we:</a:t>
            </a:r>
          </a:p>
          <a:p>
            <a:pPr lvl="1"/>
            <a:r>
              <a:rPr lang="en-US" dirty="0"/>
              <a:t>First </a:t>
            </a:r>
            <a:r>
              <a:rPr lang="en-US" dirty="0" err="1"/>
              <a:t>require_once</a:t>
            </a:r>
            <a:r>
              <a:rPr lang="en-US" dirty="0"/>
              <a:t> “</a:t>
            </a:r>
            <a:r>
              <a:rPr lang="en-US" dirty="0" err="1"/>
              <a:t>db_connect.php</a:t>
            </a:r>
            <a:r>
              <a:rPr lang="en-US" dirty="0"/>
              <a:t>”;  because we are doing </a:t>
            </a:r>
            <a:r>
              <a:rPr lang="en-US" dirty="0" err="1"/>
              <a:t>databse</a:t>
            </a:r>
            <a:r>
              <a:rPr lang="en-US" dirty="0"/>
              <a:t> related work.</a:t>
            </a:r>
          </a:p>
          <a:p>
            <a:pPr lvl="1"/>
            <a:r>
              <a:rPr lang="en-US" dirty="0"/>
              <a:t>The, check if the fields are set or unset using </a:t>
            </a:r>
            <a:r>
              <a:rPr lang="en-US" b="1" dirty="0" err="1"/>
              <a:t>isset</a:t>
            </a:r>
            <a:r>
              <a:rPr lang="en-US" b="1" dirty="0"/>
              <a:t>() </a:t>
            </a:r>
            <a:r>
              <a:rPr lang="en-US" dirty="0"/>
              <a:t>function.</a:t>
            </a:r>
          </a:p>
          <a:p>
            <a:pPr lvl="1"/>
            <a:r>
              <a:rPr lang="en-US" dirty="0"/>
              <a:t>Then, save all the data in local variables. </a:t>
            </a:r>
          </a:p>
          <a:p>
            <a:pPr lvl="1"/>
            <a:r>
              <a:rPr lang="en-US" dirty="0"/>
              <a:t>Write Insert Query.</a:t>
            </a:r>
          </a:p>
          <a:p>
            <a:pPr lvl="1"/>
            <a:r>
              <a:rPr lang="en-US" dirty="0"/>
              <a:t>Execute insert query using $conn-&gt;query($</a:t>
            </a:r>
            <a:r>
              <a:rPr lang="en-US" dirty="0" err="1"/>
              <a:t>sql</a:t>
            </a:r>
            <a:r>
              <a:rPr lang="en-US" dirty="0"/>
              <a:t>);</a:t>
            </a:r>
          </a:p>
          <a:p>
            <a:pPr lvl="1"/>
            <a:r>
              <a:rPr lang="en-US" dirty="0"/>
              <a:t>Redirect to “</a:t>
            </a:r>
            <a:r>
              <a:rPr lang="en-US" dirty="0" err="1"/>
              <a:t>fetch_data.php</a:t>
            </a:r>
            <a:r>
              <a:rPr lang="en-US" dirty="0"/>
              <a:t>” page if query successfully executed.</a:t>
            </a:r>
          </a:p>
          <a:p>
            <a:pPr lvl="1"/>
            <a:r>
              <a:rPr lang="en-US" dirty="0"/>
              <a:t>Show error if error occurred while executing the query.	</a:t>
            </a:r>
          </a:p>
        </p:txBody>
      </p:sp>
    </p:spTree>
    <p:extLst>
      <p:ext uri="{BB962C8B-B14F-4D97-AF65-F5344CB8AC3E}">
        <p14:creationId xmlns:p14="http://schemas.microsoft.com/office/powerpoint/2010/main" val="28369140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D661F-B799-EC12-F7DE-71618B675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Fetch_data.php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2D5185-A9CF-12E9-02A1-7C79409A6A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are doing database task so, </a:t>
            </a:r>
            <a:r>
              <a:rPr lang="en-US" dirty="0" err="1"/>
              <a:t>require_once</a:t>
            </a:r>
            <a:r>
              <a:rPr lang="en-US" dirty="0"/>
              <a:t> “</a:t>
            </a:r>
            <a:r>
              <a:rPr lang="en-US" dirty="0" err="1"/>
              <a:t>db_connect.php</a:t>
            </a:r>
            <a:r>
              <a:rPr lang="en-US" dirty="0"/>
              <a:t>”;</a:t>
            </a:r>
          </a:p>
          <a:p>
            <a:r>
              <a:rPr lang="en-US" dirty="0"/>
              <a:t>Write SELECT SQL query: </a:t>
            </a:r>
            <a:r>
              <a:rPr lang="en-US" b="1" dirty="0"/>
              <a:t>SELECT * from </a:t>
            </a:r>
            <a:r>
              <a:rPr lang="en-US" b="1" dirty="0" err="1"/>
              <a:t>tableName</a:t>
            </a:r>
            <a:r>
              <a:rPr lang="en-US" b="1" dirty="0"/>
              <a:t>;</a:t>
            </a:r>
          </a:p>
          <a:p>
            <a:r>
              <a:rPr lang="en-US" dirty="0"/>
              <a:t>Execute the query and store the output in $result variable.</a:t>
            </a:r>
          </a:p>
          <a:p>
            <a:r>
              <a:rPr lang="en-US" dirty="0"/>
              <a:t>Check if any record exists or not using if($result-&gt;</a:t>
            </a:r>
            <a:r>
              <a:rPr lang="en-US" dirty="0" err="1"/>
              <a:t>num_rows</a:t>
            </a:r>
            <a:r>
              <a:rPr lang="en-US" dirty="0"/>
              <a:t>&gt;0).</a:t>
            </a:r>
          </a:p>
          <a:p>
            <a:r>
              <a:rPr lang="en-US" dirty="0"/>
              <a:t>If Exists, then show records one by one using:</a:t>
            </a:r>
          </a:p>
          <a:p>
            <a:pPr lvl="1"/>
            <a:r>
              <a:rPr lang="en-US" dirty="0"/>
              <a:t>While ($row=$result-&gt;</a:t>
            </a:r>
            <a:r>
              <a:rPr lang="en-US" dirty="0" err="1"/>
              <a:t>fetch_assoc</a:t>
            </a:r>
            <a:r>
              <a:rPr lang="en-US" dirty="0"/>
              <a:t>()){ // code for showing the records.. }</a:t>
            </a:r>
          </a:p>
          <a:p>
            <a:r>
              <a:rPr lang="en-US" dirty="0"/>
              <a:t>If error Occurred while executing query, show error.</a:t>
            </a:r>
          </a:p>
          <a:p>
            <a:r>
              <a:rPr lang="en-US" dirty="0"/>
              <a:t>Add Update and Delete buttons also for updating and deleting records.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8188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0C972-3479-BB61-E74D-C7BD6D8F1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Update_data.php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0DA9E-38FB-670C-5F82-C7627A46E4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require_once</a:t>
            </a:r>
            <a:r>
              <a:rPr lang="en-US" dirty="0"/>
              <a:t> “</a:t>
            </a:r>
            <a:r>
              <a:rPr lang="en-US" dirty="0" err="1"/>
              <a:t>db_connect.php</a:t>
            </a:r>
            <a:r>
              <a:rPr lang="en-US" dirty="0"/>
              <a:t>”; </a:t>
            </a:r>
          </a:p>
          <a:p>
            <a:r>
              <a:rPr lang="en-US" dirty="0"/>
              <a:t>get record ID by $_GET[‘id’];</a:t>
            </a:r>
          </a:p>
          <a:p>
            <a:r>
              <a:rPr lang="en-US" dirty="0"/>
              <a:t>Run SQL select query to fetch record with id = $_GET[‘id’];</a:t>
            </a:r>
          </a:p>
          <a:p>
            <a:r>
              <a:rPr lang="en-US" dirty="0"/>
              <a:t>Check number of rows: if($result-&gt;</a:t>
            </a:r>
            <a:r>
              <a:rPr lang="en-US" dirty="0" err="1"/>
              <a:t>num_rows</a:t>
            </a:r>
            <a:r>
              <a:rPr lang="en-US" dirty="0"/>
              <a:t>&gt;0)</a:t>
            </a:r>
          </a:p>
          <a:p>
            <a:r>
              <a:rPr lang="en-US" dirty="0"/>
              <a:t>Assign record from $result to $row by:</a:t>
            </a:r>
          </a:p>
          <a:p>
            <a:pPr marL="0" indent="0">
              <a:buNone/>
            </a:pPr>
            <a:r>
              <a:rPr lang="en-US" dirty="0"/>
              <a:t>	$row = $result-&gt;fetch-</a:t>
            </a:r>
            <a:r>
              <a:rPr lang="en-US" dirty="0" err="1"/>
              <a:t>assoc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Show fetched data from database in the form….</a:t>
            </a:r>
          </a:p>
        </p:txBody>
      </p:sp>
    </p:spTree>
    <p:extLst>
      <p:ext uri="{BB962C8B-B14F-4D97-AF65-F5344CB8AC3E}">
        <p14:creationId xmlns:p14="http://schemas.microsoft.com/office/powerpoint/2010/main" val="27671190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2A5AF-F9A6-438B-49E8-D1CBFA0CF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Update_Process.php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D39DB4-A29D-B3C2-CB84-4A9292CC71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require_once</a:t>
            </a:r>
            <a:r>
              <a:rPr lang="en-US" dirty="0"/>
              <a:t> “</a:t>
            </a:r>
            <a:r>
              <a:rPr lang="en-US" dirty="0" err="1"/>
              <a:t>db_connect.php</a:t>
            </a:r>
            <a:r>
              <a:rPr lang="en-US" dirty="0"/>
              <a:t>”;</a:t>
            </a:r>
          </a:p>
          <a:p>
            <a:r>
              <a:rPr lang="en-US" dirty="0"/>
              <a:t>Check if data is set or unset with </a:t>
            </a:r>
            <a:r>
              <a:rPr lang="en-US" b="1" dirty="0" err="1"/>
              <a:t>isset</a:t>
            </a:r>
            <a:r>
              <a:rPr lang="en-US" b="1" dirty="0"/>
              <a:t>()</a:t>
            </a:r>
          </a:p>
          <a:p>
            <a:r>
              <a:rPr lang="en-US" dirty="0"/>
              <a:t>Write</a:t>
            </a:r>
            <a:r>
              <a:rPr lang="en-US" b="1" dirty="0"/>
              <a:t> UPDATE </a:t>
            </a:r>
            <a:r>
              <a:rPr lang="en-US" dirty="0"/>
              <a:t>SQL query.</a:t>
            </a:r>
          </a:p>
          <a:p>
            <a:r>
              <a:rPr lang="en-US" dirty="0"/>
              <a:t>Execute SQL query with $conn-&gt;query($</a:t>
            </a:r>
            <a:r>
              <a:rPr lang="en-US" dirty="0" err="1"/>
              <a:t>sql</a:t>
            </a:r>
            <a:r>
              <a:rPr lang="en-US" dirty="0"/>
              <a:t>);</a:t>
            </a:r>
          </a:p>
          <a:p>
            <a:r>
              <a:rPr lang="en-US" dirty="0"/>
              <a:t>Redirect to </a:t>
            </a:r>
            <a:r>
              <a:rPr lang="en-US" dirty="0" err="1"/>
              <a:t>fetch_data.php</a:t>
            </a:r>
            <a:r>
              <a:rPr lang="en-US" dirty="0"/>
              <a:t> page if query successfully executed.</a:t>
            </a:r>
          </a:p>
          <a:p>
            <a:r>
              <a:rPr lang="en-US" dirty="0"/>
              <a:t>Show error if Error Occurred while executing query…</a:t>
            </a:r>
          </a:p>
        </p:txBody>
      </p:sp>
    </p:spTree>
    <p:extLst>
      <p:ext uri="{BB962C8B-B14F-4D97-AF65-F5344CB8AC3E}">
        <p14:creationId xmlns:p14="http://schemas.microsoft.com/office/powerpoint/2010/main" val="24433083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FCCAE-2683-F293-8769-E9E048897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delete_data.php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434F6A-CF95-3C8A-11C8-52CD6AD390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228513"/>
          </a:xfrm>
        </p:spPr>
        <p:txBody>
          <a:bodyPr/>
          <a:lstStyle/>
          <a:p>
            <a:r>
              <a:rPr lang="en-US" dirty="0" err="1"/>
              <a:t>require_once</a:t>
            </a:r>
            <a:r>
              <a:rPr lang="en-US" dirty="0"/>
              <a:t> “</a:t>
            </a:r>
            <a:r>
              <a:rPr lang="en-US" dirty="0" err="1"/>
              <a:t>db_connect.php</a:t>
            </a:r>
            <a:r>
              <a:rPr lang="en-US" dirty="0"/>
              <a:t>”;</a:t>
            </a:r>
          </a:p>
          <a:p>
            <a:r>
              <a:rPr lang="en-US" dirty="0"/>
              <a:t>check $_GET[‘id’]) is set or not with  :</a:t>
            </a:r>
          </a:p>
          <a:p>
            <a:pPr marL="914400" lvl="2" indent="0">
              <a:buNone/>
            </a:pPr>
            <a:r>
              <a:rPr lang="en-US" sz="2800" b="1" dirty="0"/>
              <a:t>if(</a:t>
            </a:r>
            <a:r>
              <a:rPr lang="en-US" sz="2800" b="1" dirty="0" err="1"/>
              <a:t>isset</a:t>
            </a:r>
            <a:r>
              <a:rPr lang="en-US" sz="2800" b="1" dirty="0"/>
              <a:t>($_GET[‘id’]))</a:t>
            </a:r>
          </a:p>
          <a:p>
            <a:r>
              <a:rPr lang="en-US" dirty="0"/>
              <a:t>Write DELETE query and execute it with $conn-&gt;query($</a:t>
            </a:r>
            <a:r>
              <a:rPr lang="en-US" dirty="0" err="1"/>
              <a:t>sql</a:t>
            </a:r>
            <a:r>
              <a:rPr lang="en-US" dirty="0"/>
              <a:t>)</a:t>
            </a:r>
          </a:p>
          <a:p>
            <a:r>
              <a:rPr lang="en-US" dirty="0"/>
              <a:t>Redirect to </a:t>
            </a:r>
            <a:r>
              <a:rPr lang="en-US" dirty="0" err="1"/>
              <a:t>data_fetch.php</a:t>
            </a:r>
            <a:r>
              <a:rPr lang="en-US" dirty="0"/>
              <a:t> page if successful</a:t>
            </a:r>
          </a:p>
          <a:p>
            <a:r>
              <a:rPr lang="en-US" dirty="0"/>
              <a:t>Else, show error if </a:t>
            </a:r>
            <a:r>
              <a:rPr lang="en-US" dirty="0" err="1"/>
              <a:t>unsuccessfull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69744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D189A-B451-EF39-B0A6-3FADA9D2B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Insert SQL query….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9F53A-6291-4D3D-83DD-D3CECE5060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07945"/>
            <a:ext cx="10515600" cy="1486535"/>
          </a:xfrm>
        </p:spPr>
        <p:txBody>
          <a:bodyPr/>
          <a:lstStyle/>
          <a:p>
            <a:pPr algn="ctr">
              <a:lnSpc>
                <a:spcPct val="100000"/>
              </a:lnSpc>
              <a:buNone/>
            </a:pPr>
            <a:r>
              <a:rPr lang="en-US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$</a:t>
            </a:r>
            <a:r>
              <a:rPr lang="en-US" dirty="0" err="1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sql</a:t>
            </a:r>
            <a:r>
              <a:rPr lang="en-US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= “</a:t>
            </a:r>
            <a:r>
              <a:rPr lang="en-US" b="0" dirty="0">
                <a:solidFill>
                  <a:schemeClr val="accent2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INSERT into </a:t>
            </a:r>
            <a:r>
              <a:rPr lang="en-US" b="0" dirty="0" err="1">
                <a:solidFill>
                  <a:schemeClr val="accent2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tableName</a:t>
            </a:r>
            <a:r>
              <a:rPr lang="en-US" b="0" dirty="0">
                <a:solidFill>
                  <a:schemeClr val="accent2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(column1, column2, …)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b="0" dirty="0">
                <a:solidFill>
                  <a:schemeClr val="accent2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	    	    values (‘$variable1', ‘$variable2’, …)”;</a:t>
            </a:r>
          </a:p>
          <a:p>
            <a:pPr algn="ctr">
              <a:lnSpc>
                <a:spcPct val="100000"/>
              </a:lnSpc>
            </a:pPr>
            <a:endParaRPr lang="en-US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77960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F33B9-E84A-00F1-BB84-9F37608CF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74165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SELECT SQL query ….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28DF8B-8A22-3388-274B-EE1ED4287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34665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400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$</a:t>
            </a:r>
            <a:r>
              <a:rPr lang="en-US" sz="4400" dirty="0" err="1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sql</a:t>
            </a:r>
            <a:r>
              <a:rPr lang="en-US" sz="4400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= "SELECT * from </a:t>
            </a:r>
            <a:r>
              <a:rPr lang="en-US" sz="4400" dirty="0" err="1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tableName</a:t>
            </a:r>
            <a:r>
              <a:rPr lang="en-US" sz="4400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“;</a:t>
            </a:r>
          </a:p>
        </p:txBody>
      </p:sp>
    </p:spTree>
    <p:extLst>
      <p:ext uri="{BB962C8B-B14F-4D97-AF65-F5344CB8AC3E}">
        <p14:creationId xmlns:p14="http://schemas.microsoft.com/office/powerpoint/2010/main" val="36786694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C4F5D-A0D6-B522-9C1C-2B6C6CE06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6485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UPDATE SQL query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C341A-7F33-82B2-ADAB-4EB6222ACB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1320" y="2740025"/>
            <a:ext cx="9839960" cy="2563495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$</a:t>
            </a:r>
            <a:r>
              <a:rPr lang="en-US" dirty="0" err="1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sql</a:t>
            </a:r>
            <a:r>
              <a:rPr lang="en-US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= "UPDATE </a:t>
            </a:r>
            <a:r>
              <a:rPr lang="en-US" dirty="0" err="1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tableName</a:t>
            </a:r>
            <a:endParaRPr lang="en-US" dirty="0">
              <a:solidFill>
                <a:schemeClr val="accent2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        SET column1= ‘$variable’,  column2= ‘$variable2’,  …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               where id = $id"; 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72972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1B2E4-8ECB-5BAB-2CB9-DF4552159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31925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DELETE SQL query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3190B-F2CB-0533-5381-AD9F29B376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6280" y="2902585"/>
            <a:ext cx="10515600" cy="4351338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GB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 $</a:t>
            </a:r>
            <a:r>
              <a:rPr lang="en-GB" dirty="0" err="1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sql</a:t>
            </a:r>
            <a:r>
              <a:rPr lang="en-GB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= "delete from </a:t>
            </a:r>
            <a:r>
              <a:rPr lang="en-GB" dirty="0" err="1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tableName</a:t>
            </a:r>
            <a:r>
              <a:rPr lang="en-GB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	    where id = $id";</a:t>
            </a:r>
          </a:p>
          <a:p>
            <a:pPr marL="0" indent="0">
              <a:lnSpc>
                <a:spcPct val="100000"/>
              </a:lnSpc>
              <a:buNone/>
            </a:pPr>
            <a:endParaRPr lang="en-US" dirty="0">
              <a:solidFill>
                <a:schemeClr val="accent2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66838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812</Words>
  <Application>Microsoft Office PowerPoint</Application>
  <PresentationFormat>Widescreen</PresentationFormat>
  <Paragraphs>74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Cambria</vt:lpstr>
      <vt:lpstr>Wingdings</vt:lpstr>
      <vt:lpstr>Office Theme</vt:lpstr>
      <vt:lpstr>Database CRUD</vt:lpstr>
      <vt:lpstr>db_connect.php</vt:lpstr>
      <vt:lpstr>insert_data.php </vt:lpstr>
      <vt:lpstr>Insert_process.php </vt:lpstr>
      <vt:lpstr>Fetch_data.php</vt:lpstr>
      <vt:lpstr>Update_data.php</vt:lpstr>
      <vt:lpstr>Update_Process.php</vt:lpstr>
      <vt:lpstr>delete_data.php</vt:lpstr>
      <vt:lpstr>Insert SQL query….</vt:lpstr>
      <vt:lpstr>SELECT SQL query ….</vt:lpstr>
      <vt:lpstr>UPDATE SQL query</vt:lpstr>
      <vt:lpstr>DELETE SQL query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Bishal Bhat</dc:creator>
  <cp:lastModifiedBy>Bishal Bhat</cp:lastModifiedBy>
  <cp:revision>2</cp:revision>
  <dcterms:created xsi:type="dcterms:W3CDTF">2025-04-07T09:56:40Z</dcterms:created>
  <dcterms:modified xsi:type="dcterms:W3CDTF">2025-04-07T10:39:36Z</dcterms:modified>
</cp:coreProperties>
</file>